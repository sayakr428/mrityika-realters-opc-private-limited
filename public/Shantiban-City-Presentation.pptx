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C29B45"/>
                </a:solidFill>
              </a:defRPr>
            </a:pPr>
            <a:r>
              <a:t>SHANTIBAN CITY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BARUIPUR, SOUTH 24 PARGANAS</a:t>
            </a:r>
          </a:p>
          <a:p>
            <a:pPr algn="ctr">
              <a:defRPr sz="2000" i="1">
                <a:solidFill>
                  <a:srgbClr val="B4D2BE"/>
                </a:solidFill>
              </a:defRPr>
            </a:pPr>
            <a:r>
              <a:t>Official Master Plan &amp; Property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1A12"/>
                </a:solidFill>
              </a:defRPr>
            </a:pPr>
            <a:r>
              <a:t>Project Overview &amp;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220 Planned Residential &amp; Commercial Plots ready for immediate possession.</a:t>
            </a:r>
          </a:p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Prime Location: Situated in Tapna, Baruipur, just 20 km from Kolkata via Baruipur Bypass.</a:t>
            </a:r>
          </a:p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Flexible Sizes: Plot configurations starting from 2.5 Katha up to commercial land parcels.</a:t>
            </a:r>
          </a:p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Established Community: Gated campus with surrounding markets, banks, and schools already operational.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A1A12"/>
                </a:solidFill>
              </a:defRPr>
            </a:pPr>
            <a:r>
              <a:t>Campus Amenities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Private Landscaped Lake &amp; Natural Green Surroundings.</a:t>
            </a:r>
          </a:p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Modern Clubhouse &amp; Community Gathering Adda Decks.</a:t>
            </a:r>
          </a:p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24x7 Security &amp; Guarded Entrance Gateway.</a:t>
            </a:r>
          </a:p>
          <a:p>
            <a:pPr>
              <a:spcAft>
                <a:spcPts val="1800"/>
              </a:spcAft>
              <a:defRPr sz="2200">
                <a:solidFill>
                  <a:srgbClr val="28322D"/>
                </a:solidFill>
              </a:defRPr>
            </a:pPr>
            <a:r>
              <a:t>• Wide Paved Internal Roads, Solar Street Lighting &amp; Drainage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400"/>
              </a:spcAft>
              <a:defRPr sz="4000" b="1">
                <a:solidFill>
                  <a:srgbClr val="C29B45"/>
                </a:solidFill>
              </a:defRPr>
            </a:pPr>
            <a:r>
              <a:t>Book Your Site Visit Today</a:t>
            </a:r>
          </a:p>
          <a:p>
            <a:pPr algn="ctr">
              <a:spcAft>
                <a:spcPts val="1200"/>
              </a:spcAft>
              <a:defRPr sz="2400">
                <a:solidFill>
                  <a:srgbClr val="FFFFFF"/>
                </a:solidFill>
              </a:defRPr>
            </a:pPr>
            <a:r>
              <a:t>Developer: Mrityika Realters OPC Private Limited</a:t>
            </a:r>
          </a:p>
          <a:p>
            <a:pPr algn="ctr">
              <a:defRPr sz="2200">
                <a:solidFill>
                  <a:srgbClr val="DCEBE1"/>
                </a:solidFill>
              </a:defRPr>
            </a:pPr>
            <a:r>
              <a:t>Phone: +91 98300 50189  |  Location: Tapna, Baruipur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